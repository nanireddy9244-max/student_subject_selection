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1" d="100"/>
          <a:sy n="121" d="100"/>
        </p:scale>
        <p:origin x="34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047565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828800"/>
            <a:ext cx="822960" cy="73152"/>
          </a:xfrm>
          <a:prstGeom prst="rect">
            <a:avLst/>
          </a:prstGeom>
          <a:solidFill>
            <a:srgbClr val="1A9E8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201168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Subject Selection System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1546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BFD7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simple, fair and online way to choose subjects</a:t>
            </a:r>
            <a:endParaRPr lang="en-US" sz="2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F422425-C95C-3C90-F566-16BBF0ABE9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90" y="150462"/>
            <a:ext cx="9062019" cy="128587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28633EB-7389-BDBF-F823-C81BFDAF895B}"/>
              </a:ext>
            </a:extLst>
          </p:cNvPr>
          <p:cNvSpPr txBox="1"/>
          <p:nvPr/>
        </p:nvSpPr>
        <p:spPr>
          <a:xfrm>
            <a:off x="561251" y="3611880"/>
            <a:ext cx="281256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TEAM16:</a:t>
            </a:r>
          </a:p>
          <a:p>
            <a:r>
              <a:rPr lang="en-IN" dirty="0" err="1">
                <a:solidFill>
                  <a:schemeClr val="bg1"/>
                </a:solidFill>
              </a:rPr>
              <a:t>S.Bhanu</a:t>
            </a:r>
            <a:r>
              <a:rPr lang="en-IN" dirty="0">
                <a:solidFill>
                  <a:schemeClr val="bg1"/>
                </a:solidFill>
              </a:rPr>
              <a:t> </a:t>
            </a:r>
            <a:r>
              <a:rPr lang="en-IN" dirty="0" err="1">
                <a:solidFill>
                  <a:schemeClr val="bg1"/>
                </a:solidFill>
              </a:rPr>
              <a:t>prakash</a:t>
            </a:r>
            <a:r>
              <a:rPr lang="en-IN" dirty="0">
                <a:solidFill>
                  <a:schemeClr val="bg1"/>
                </a:solidFill>
              </a:rPr>
              <a:t> </a:t>
            </a:r>
            <a:r>
              <a:rPr lang="en-IN" dirty="0" err="1">
                <a:solidFill>
                  <a:schemeClr val="bg1"/>
                </a:solidFill>
              </a:rPr>
              <a:t>reddy</a:t>
            </a:r>
            <a:endParaRPr lang="en-IN" dirty="0">
              <a:solidFill>
                <a:schemeClr val="bg1"/>
              </a:solidFill>
            </a:endParaRPr>
          </a:p>
          <a:p>
            <a:r>
              <a:rPr lang="en-IN" dirty="0" err="1">
                <a:solidFill>
                  <a:schemeClr val="bg1"/>
                </a:solidFill>
              </a:rPr>
              <a:t>K.Raghu</a:t>
            </a:r>
            <a:r>
              <a:rPr lang="en-IN" dirty="0">
                <a:solidFill>
                  <a:schemeClr val="bg1"/>
                </a:solidFill>
              </a:rPr>
              <a:t> </a:t>
            </a:r>
            <a:r>
              <a:rPr lang="en-IN" dirty="0" err="1">
                <a:solidFill>
                  <a:schemeClr val="bg1"/>
                </a:solidFill>
              </a:rPr>
              <a:t>vardhan</a:t>
            </a:r>
            <a:r>
              <a:rPr lang="en-IN" dirty="0">
                <a:solidFill>
                  <a:schemeClr val="bg1"/>
                </a:solidFill>
              </a:rPr>
              <a:t> </a:t>
            </a:r>
            <a:r>
              <a:rPr lang="en-IN" dirty="0" err="1">
                <a:solidFill>
                  <a:schemeClr val="bg1"/>
                </a:solidFill>
              </a:rPr>
              <a:t>reddy</a:t>
            </a:r>
            <a:endParaRPr lang="en-IN" dirty="0">
              <a:solidFill>
                <a:schemeClr val="bg1"/>
              </a:solidFill>
            </a:endParaRPr>
          </a:p>
          <a:p>
            <a:r>
              <a:rPr lang="en-IN" dirty="0" err="1">
                <a:solidFill>
                  <a:schemeClr val="bg1"/>
                </a:solidFill>
              </a:rPr>
              <a:t>A.Sai</a:t>
            </a:r>
            <a:r>
              <a:rPr lang="en-IN" dirty="0">
                <a:solidFill>
                  <a:schemeClr val="bg1"/>
                </a:solidFill>
              </a:rPr>
              <a:t> Siddhartha</a:t>
            </a:r>
          </a:p>
          <a:p>
            <a:r>
              <a:rPr lang="en-IN" dirty="0" err="1">
                <a:solidFill>
                  <a:schemeClr val="bg1"/>
                </a:solidFill>
              </a:rPr>
              <a:t>G.Akshith</a:t>
            </a:r>
            <a:r>
              <a:rPr lang="en-IN" dirty="0">
                <a:solidFill>
                  <a:schemeClr val="bg1"/>
                </a:solidFill>
              </a:rPr>
              <a:t> </a:t>
            </a:r>
            <a:r>
              <a:rPr lang="en-IN" dirty="0" err="1">
                <a:solidFill>
                  <a:schemeClr val="bg1"/>
                </a:solidFill>
              </a:rPr>
              <a:t>reddy</a:t>
            </a:r>
            <a:endParaRPr lang="en-IN" dirty="0">
              <a:solidFill>
                <a:schemeClr val="bg1"/>
              </a:solidFill>
            </a:endParaRPr>
          </a:p>
          <a:p>
            <a:endParaRPr lang="en-IN" dirty="0"/>
          </a:p>
          <a:p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1A9E8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3200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need it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234440"/>
            <a:ext cx="3840480" cy="3200400"/>
          </a:xfrm>
          <a:prstGeom prst="roundRect">
            <a:avLst>
              <a:gd name="adj" fmla="val 2857"/>
            </a:avLst>
          </a:prstGeom>
          <a:solidFill>
            <a:srgbClr val="F4F6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3716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problems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1874520"/>
            <a:ext cx="33832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forms and long queues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 limits not tracked live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Clashes and prerequisites missed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manual work for staff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663440" y="1234440"/>
            <a:ext cx="3840480" cy="3200400"/>
          </a:xfrm>
          <a:prstGeom prst="roundRect">
            <a:avLst>
              <a:gd name="adj" fmla="val 2857"/>
            </a:avLst>
          </a:prstGeom>
          <a:solidFill>
            <a:srgbClr val="F4F6F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892040" y="13716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4892040" y="1874520"/>
            <a:ext cx="33832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selection fully online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real-time seat availability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rules automatically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admins instant reports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1A9E8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3200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280160"/>
            <a:ext cx="2514600" cy="1554480"/>
          </a:xfrm>
          <a:prstGeom prst="roundRect">
            <a:avLst>
              <a:gd name="adj" fmla="val 5882"/>
            </a:avLst>
          </a:prstGeom>
          <a:solidFill>
            <a:srgbClr val="F4F6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4630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login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92024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access with ID and password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337560" y="1280160"/>
            <a:ext cx="2514600" cy="1554480"/>
          </a:xfrm>
          <a:prstGeom prst="roundRect">
            <a:avLst>
              <a:gd name="adj" fmla="val 5882"/>
            </a:avLst>
          </a:prstGeom>
          <a:solidFill>
            <a:srgbClr val="F4F6F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520440" y="14630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catalogue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3520440" y="192024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subjects, credits and timings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035040" y="1280160"/>
            <a:ext cx="2514600" cy="1554480"/>
          </a:xfrm>
          <a:prstGeom prst="roundRect">
            <a:avLst>
              <a:gd name="adj" fmla="val 5882"/>
            </a:avLst>
          </a:prstGeom>
          <a:solidFill>
            <a:srgbClr val="F4F6F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217920" y="14630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validation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6217920" y="192024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prerequisites, clashes and limits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3017520"/>
            <a:ext cx="2514600" cy="1554480"/>
          </a:xfrm>
          <a:prstGeom prst="roundRect">
            <a:avLst>
              <a:gd name="adj" fmla="val 5882"/>
            </a:avLst>
          </a:prstGeom>
          <a:solidFill>
            <a:srgbClr val="F4F6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22960" y="32004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seat count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365760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Seats update as students enrol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337560" y="3017520"/>
            <a:ext cx="2514600" cy="1554480"/>
          </a:xfrm>
          <a:prstGeom prst="roundRect">
            <a:avLst>
              <a:gd name="adj" fmla="val 5882"/>
            </a:avLst>
          </a:prstGeom>
          <a:solidFill>
            <a:srgbClr val="F4F6F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3520440" y="32004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Confirmation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3520440" y="365760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receipt by email or SMS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035040" y="3017520"/>
            <a:ext cx="2514600" cy="1554480"/>
          </a:xfrm>
          <a:prstGeom prst="roundRect">
            <a:avLst>
              <a:gd name="adj" fmla="val 5882"/>
            </a:avLst>
          </a:prstGeom>
          <a:solidFill>
            <a:srgbClr val="F4F6F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217920" y="32004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6217920" y="365760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Approve, edit and export reports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1A9E8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3200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51560" y="1554480"/>
            <a:ext cx="640080" cy="640080"/>
          </a:xfrm>
          <a:prstGeom prst="ellipse">
            <a:avLst/>
          </a:prstGeom>
          <a:solidFill>
            <a:srgbClr val="1A9E8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1554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737360" y="1856232"/>
            <a:ext cx="914400" cy="36576"/>
          </a:xfrm>
          <a:prstGeom prst="rect">
            <a:avLst/>
          </a:prstGeom>
          <a:solidFill>
            <a:srgbClr val="C9D1D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237744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651760" y="1554480"/>
            <a:ext cx="640080" cy="640080"/>
          </a:xfrm>
          <a:prstGeom prst="ellipse">
            <a:avLst/>
          </a:prstGeom>
          <a:solidFill>
            <a:srgbClr val="1A9E8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651760" y="1554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337560" y="1856232"/>
            <a:ext cx="914400" cy="36576"/>
          </a:xfrm>
          <a:prstGeom prst="rect">
            <a:avLst/>
          </a:prstGeom>
          <a:solidFill>
            <a:srgbClr val="C9D1D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240280" y="237744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subjects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251960" y="1554480"/>
            <a:ext cx="640080" cy="640080"/>
          </a:xfrm>
          <a:prstGeom prst="ellipse">
            <a:avLst/>
          </a:prstGeom>
          <a:solidFill>
            <a:srgbClr val="1A9E8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251960" y="1554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4937760" y="1856232"/>
            <a:ext cx="914400" cy="36576"/>
          </a:xfrm>
          <a:prstGeom prst="rect">
            <a:avLst/>
          </a:prstGeom>
          <a:solidFill>
            <a:srgbClr val="C9D1D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3840480" y="237744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&amp; validate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852160" y="1554480"/>
            <a:ext cx="640080" cy="640080"/>
          </a:xfrm>
          <a:prstGeom prst="ellipse">
            <a:avLst/>
          </a:prstGeom>
          <a:solidFill>
            <a:srgbClr val="1A9E8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852160" y="1554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6537960" y="1856232"/>
            <a:ext cx="914400" cy="36576"/>
          </a:xfrm>
          <a:prstGeom prst="rect">
            <a:avLst/>
          </a:prstGeom>
          <a:solidFill>
            <a:srgbClr val="C9D1DC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440680" y="237744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7452360" y="1554480"/>
            <a:ext cx="640080" cy="640080"/>
          </a:xfrm>
          <a:prstGeom prst="ellipse">
            <a:avLst/>
          </a:prstGeom>
          <a:solidFill>
            <a:srgbClr val="1A9E8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452360" y="1554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7040880" y="237744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&amp; confirmation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38404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can change choices until the deadline set by the admin.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1A9E8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3200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modules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280160"/>
            <a:ext cx="109728" cy="640080"/>
          </a:xfrm>
          <a:prstGeom prst="rect">
            <a:avLst/>
          </a:prstGeom>
          <a:solidFill>
            <a:srgbClr val="1A9E8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2801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module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3566160" y="128016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Profile, subject list, selection, status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2103120"/>
            <a:ext cx="109728" cy="640080"/>
          </a:xfrm>
          <a:prstGeom prst="rect">
            <a:avLst/>
          </a:prstGeom>
          <a:solidFill>
            <a:srgbClr val="1A9E8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14400" y="21031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module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3566160" y="210312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subjects, set seats, approve requests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" y="2926080"/>
            <a:ext cx="109728" cy="640080"/>
          </a:xfrm>
          <a:prstGeom prst="rect">
            <a:avLst/>
          </a:prstGeom>
          <a:solidFill>
            <a:srgbClr val="1A9E8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14400" y="292608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3566160" y="292608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students, subjects, choices, results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0080" y="3749040"/>
            <a:ext cx="109728" cy="640080"/>
          </a:xfrm>
          <a:prstGeom prst="rect">
            <a:avLst/>
          </a:prstGeom>
          <a:solidFill>
            <a:srgbClr val="1A9E8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14400" y="374904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3566160" y="374904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Emails and alerts for deadlines and results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1A9E8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3200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80160"/>
            <a:ext cx="78638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Faster: selection in minutes, not days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errors with automatic rule checks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and fair, first come first served or merit based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paperwork and workload for staff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ready for timetables and reports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scope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645920"/>
            <a:ext cx="78638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makes subject selection quick, accurate and transparent.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Future: mobile app, AI subject recommendations, timetable integration.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you. Questions?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270</Words>
  <Application>Microsoft Office PowerPoint</Application>
  <PresentationFormat>On-screen Show (16:9)</PresentationFormat>
  <Paragraphs>69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Student Subject Selection System</dc:title>
  <dc:subject>PptxGenJS Presentation</dc:subject>
  <dc:creator>PptxGenJS</dc:creator>
  <cp:lastModifiedBy>BHANU PRAKASH</cp:lastModifiedBy>
  <cp:revision>2</cp:revision>
  <dcterms:created xsi:type="dcterms:W3CDTF">2026-10-03T10:09:47Z</dcterms:created>
  <dcterms:modified xsi:type="dcterms:W3CDTF">2026-10-03T10:19:25Z</dcterms:modified>
</cp:coreProperties>
</file>